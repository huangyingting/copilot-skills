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B3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B3E"/>
                </a:solidFill>
                <a:latin typeface="Arial"/>
              </a:rPr>
              <a:t>Projected AI Adoption — Senior Underwriters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Yr 1</c:v>
                  </c:pt>
                  <c:pt idx="2">
                    <c:v>Yr 2</c:v>
                  </c:pt>
                  <c:pt idx="3">
                    <c:v>Yr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32</c:v>
                </c:pt>
                <c:pt idx="2">
                  <c:v>54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D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7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INSURANCE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Industry Is Saying Right Now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5029200" cy="36576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Reddit  ·  X/Twitter  ·  Accenture  ·  NAIC  ·  Insurance Business Magazine  ·  March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last30days research — 46 Reddit threads + 30 X posts + 15 web sources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Adoption Divide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88620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86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LEADERS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5478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AI across the full insurance value chain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underwriting + intelligent claims triage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"Bionic underwriting" — human judgment + AI data processing (Skyward Specialty)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 and instant policy generation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advantages are widening fast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388620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solidFill>
            <a:srgbClr val="B85A2A"/>
          </a:solidFill>
          <a:ln w="12700">
            <a:solidFill>
              <a:srgbClr val="B85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LAGGARDS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35478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reliant on spreadsheets and manual workflows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endless "pilot mania" — no scaled deployments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in order before AI deployment begins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AI governance standards in place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falling permanently and irreversibly behind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Insurance Business Magazine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Cuts Are No Longer a Prediction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474720" cy="3429000"/>
          </a:xfrm>
          <a:prstGeom prst="rect">
            <a:avLst/>
          </a:prstGeom>
          <a:solidFill>
            <a:srgbClr val="1227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92608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job cuts at Munich Re subsidiary by 2030 — reason cited: AI automating traditional insurance tasks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4526280" cy="1828800"/>
          </a:xfrm>
          <a:prstGeom prst="rect">
            <a:avLst/>
          </a:prstGeom>
          <a:solidFill>
            <a:srgbClr val="1227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1051560"/>
            <a:ext cx="91440" cy="182880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170432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industry just doesn’t need so many people. Insurance, at the end of the day, is not rocket science.”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70832" y="26517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@NotSriousPeople on 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3017520"/>
            <a:ext cx="2103120" cy="1463040"/>
          </a:xfrm>
          <a:prstGeom prst="rect">
            <a:avLst/>
          </a:prstGeom>
          <a:solidFill>
            <a:srgbClr val="1227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251960" y="3840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 insurers using or exploring AI/ML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2194560" cy="1463040"/>
          </a:xfrm>
          <a:prstGeom prst="rect">
            <a:avLst/>
          </a:prstGeom>
          <a:solidFill>
            <a:srgbClr val="1227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58%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583680" y="3840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life insurers using or exploring AI/ML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@CommonSens82925 on X  ·  NAIC Center for Insurance Policy and Research, 2025-26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Underwriting Is Being Restructured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underwriters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A7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06040" cy="64008"/>
          </a:xfrm>
          <a:prstGeom prst="rect">
            <a:avLst/>
          </a:prstGeom>
          <a:solidFill>
            <a:srgbClr val="0D8A7A"/>
          </a:solidFill>
          <a:ln w="12700">
            <a:solidFill>
              <a:srgbClr val="0D8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15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291840" y="22128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adoption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years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06040" cy="64008"/>
          </a:xfrm>
          <a:prstGeom prst="rect">
            <a:avLst/>
          </a:prstGeom>
          <a:solidFill>
            <a:srgbClr val="1A6E8A"/>
          </a:solidFill>
          <a:ln w="12700">
            <a:solidFill>
              <a:srgbClr val="1A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15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126480" y="22128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 time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 tasks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absorb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3017520"/>
          <a:ext cx="3840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389120" y="301752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Aviva </a:t>
            </a:r>
            <a:pPr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underwriting summarisation for critical illness insurance (industry first)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Skyward Specialty </a:t>
            </a:r>
            <a:pPr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"Bionic underwriting": human + AI data processing across the full cycle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MGA </a:t>
            </a:r>
            <a:pPr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Proprietary automation for submission intake, reducing broker friction significantly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Accenture Underwriting Report, March 2026  ·  @IFAMInsurance on 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Governance: The Real Bottleneck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1600200"/>
          </a:xfrm>
          <a:prstGeom prst="rect">
            <a:avLst/>
          </a:prstGeom>
          <a:solidFill>
            <a:srgbClr val="E4F2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160020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8001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“Insurance companies being told to get their data in order before deploying AI feels like the most honest advice in the industry right now.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wants the magic output but nobody wants to do the boring work.”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@JacobGorAI on X, March 22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88036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5603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insurers lack client-side audit trail infrastructure required for AI compliance in most jurisdictions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88036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Silos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337560"/>
            <a:ext cx="25603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create fragmented data that undermines AI model training accuracy and generalisation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5603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internal policies for AI model accountability, auditability, or explainability across divisions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@JacobGorAI on X  ·  @inababi on 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Landscape: EU vs 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88620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86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— EIOPA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Faster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AI Governance Principles for European Insurance sector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covers ethical, trustworthy, and responsible AI requirements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standards emerging within EU AI Act framework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cross-border consistency for multinational insurers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 in generative AI flagged as specific concern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88620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solidFill>
            <a:srgbClr val="B85A2A"/>
          </a:solidFill>
          <a:ln w="12700">
            <a:solidFill>
              <a:srgbClr val="B85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— NAIC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Developing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Evaluation Tool in development (Feb–Mar 2026 working groups)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Model Bulletin still the primary governing standard today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enforceable AI regulation remains nascent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inconsistency creates compliance complexity for carriers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breach flagged as #1 AI-related concern in NAIC survey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@Catchingtides on X (EIOPA)  ·  NAIC Big Data and AI Working Group,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AI: Both the Shield and the Sword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886200" cy="3520440"/>
          </a:xfrm>
          <a:prstGeom prst="rect">
            <a:avLst/>
          </a:prstGeom>
          <a:solidFill>
            <a:srgbClr val="1227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86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 EFFICIENCY TOOL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underwriting &amp; intelligent claims triage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scoring and frictionless policy generation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 answering for insurance queries across verticals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yield insurance and autonomous underwriting agents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+ Google launched AI health platform independent of insurance coverage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3886200" cy="3520440"/>
          </a:xfrm>
          <a:prstGeom prst="rect">
            <a:avLst/>
          </a:prstGeom>
          <a:solidFill>
            <a:srgbClr val="1A0C08"/>
          </a:solidFill>
          <a:ln w="12700">
            <a:solidFill>
              <a:srgbClr val="B85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solidFill>
            <a:srgbClr val="B85A2A"/>
          </a:solidFill>
          <a:ln w="12700">
            <a:solidFill>
              <a:srgbClr val="B85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 ADVERSARIAL WEAPON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157276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$6.6B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754880" y="24871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theft losses driven by AI-assisted GPS spoofing &amp; fraud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cyber attacks targeting insurer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powering insurance fraud at industrial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liability &amp; coverage design challenges with no precedent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Insurance Business Magazine,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Trillion-Dollar Opportunity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E4F2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146304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8001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next trillion-dollar company won’t be an AI company. It’ll be a company that uses AI better than everyone else in a boring industry. Logistics. Agriculture. Insurance. Boring + AI = big money.”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@Kushagrat15 on 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88920"/>
            <a:ext cx="2743200" cy="429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AI-First MGAs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MGAs embedding AI across the full value chain gain structural advantages over legacy carriers who can't move as fast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278892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788920"/>
            <a:ext cx="2743200" cy="429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78892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AI Platforms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264408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+ Google launched AI health platform accessible regardless of insurance — new distribution model disrupting brokers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788920"/>
            <a:ext cx="2743200" cy="429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8892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Markets Convergence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264408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enabling new financial structures bridging insurance risk and investment capital; ILS markets being transformed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@Kushagrat15 on X  ·  r/InterstellarKinetics  ·  r/FutureInsurance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66928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014984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divide is permanent — AI leaders are pulling ahead and the window for catching up is closing fast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566928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1764792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 is already underway — Munich Re's 1,000 cuts signal the industry is past debate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566928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59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2514600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comes before AI — clean, governed data is the unglamorous prerequisite every insurer needs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566928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9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3264408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will transform — 14% to 70% AI adoption among senior underwriters within 3 years (Accenture)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566928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4014216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shield AND the sword — insurers must build efficiency AND defend against AI-powered adversaries simultaneously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last30days skill  ·  Reddit  ·  X  ·  Accenture  ·  NAIC  ·  Insurance Business Magazine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Insurance: What the Industry Is Saying Right Now</dc:title>
  <dc:subject>PptxGenJS Presentation</dc:subject>
  <dc:creator>last30days research, March 2026</dc:creator>
  <cp:lastModifiedBy>last30days research, March 2026</cp:lastModifiedBy>
  <cp:revision>1</cp:revision>
  <dcterms:created xsi:type="dcterms:W3CDTF">2026-03-22T09:10:35Z</dcterms:created>
  <dcterms:modified xsi:type="dcterms:W3CDTF">2026-03-22T09:10:35Z</dcterms:modified>
</cp:coreProperties>
</file>